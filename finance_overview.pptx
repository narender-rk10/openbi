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South</c:v>
                </c:pt>
                <c:pt idx="1">
                  <c:v>West</c:v>
                </c:pt>
                <c:pt idx="2">
                  <c:v>North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2434680.0</c:v>
                </c:pt>
                <c:pt idx="1">
                  <c:v>2821320.0</c:v>
                </c:pt>
                <c:pt idx="2">
                  <c:v>2241360.0</c:v>
                </c:pt>
                <c:pt idx="3">
                  <c:v>2628000.0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Software</c:v>
                </c:pt>
                <c:pt idx="1">
                  <c:v>Furniture</c:v>
                </c:pt>
                <c:pt idx="2">
                  <c:v>Electronics</c:v>
                </c:pt>
                <c:pt idx="3">
                  <c:v>Office Supplies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2229120.0</c:v>
                </c:pt>
                <c:pt idx="1">
                  <c:v>2945280.0</c:v>
                </c:pt>
                <c:pt idx="2">
                  <c:v>4536000.0</c:v>
                </c:pt>
                <c:pt idx="3">
                  <c:v>414960.0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2024-01-01</c:v>
                </c:pt>
                <c:pt idx="1">
                  <c:v>2024-02-01</c:v>
                </c:pt>
                <c:pt idx="2">
                  <c:v>2024-03-01</c:v>
                </c:pt>
                <c:pt idx="3">
                  <c:v>2024-04-01</c:v>
                </c:pt>
                <c:pt idx="4">
                  <c:v>2024-05-01</c:v>
                </c:pt>
                <c:pt idx="5">
                  <c:v>2024-06-01</c:v>
                </c:pt>
                <c:pt idx="6">
                  <c:v>2024-07-01</c:v>
                </c:pt>
                <c:pt idx="7">
                  <c:v>2024-08-01</c:v>
                </c:pt>
                <c:pt idx="8">
                  <c:v>2024-09-01</c:v>
                </c:pt>
                <c:pt idx="9">
                  <c:v>2024-10-01</c:v>
                </c:pt>
                <c:pt idx="10">
                  <c:v>2024-11-01</c:v>
                </c:pt>
                <c:pt idx="11">
                  <c:v>2024-12-01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689840.0</c:v>
                </c:pt>
                <c:pt idx="1">
                  <c:v>711320.0</c:v>
                </c:pt>
                <c:pt idx="2">
                  <c:v>732800.0</c:v>
                </c:pt>
                <c:pt idx="3">
                  <c:v>754280.0</c:v>
                </c:pt>
                <c:pt idx="4">
                  <c:v>775760.0</c:v>
                </c:pt>
                <c:pt idx="5">
                  <c:v>797240.0</c:v>
                </c:pt>
                <c:pt idx="6">
                  <c:v>818720.0</c:v>
                </c:pt>
                <c:pt idx="7">
                  <c:v>840200.0</c:v>
                </c:pt>
                <c:pt idx="8">
                  <c:v>861680.0</c:v>
                </c:pt>
                <c:pt idx="9">
                  <c:v>883160.0</c:v>
                </c:pt>
                <c:pt idx="10">
                  <c:v>1119440.0</c:v>
                </c:pt>
                <c:pt idx="11">
                  <c:v>1140920.0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Online</c:v>
                </c:pt>
                <c:pt idx="1">
                  <c:v>Retail</c:v>
                </c:pt>
                <c:pt idx="2">
                  <c:v>Events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769200.0</c:v>
                </c:pt>
                <c:pt idx="1">
                  <c:v>841200.0</c:v>
                </c:pt>
                <c:pt idx="2">
                  <c:v>730800.0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Finance Overview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Revenue by Region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868680"/>
          <a:ext cx="1124712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Revenue by Category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868680"/>
          <a:ext cx="1124712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Monthly Revenue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868680"/>
          <a:ext cx="1124712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Marketing Spend by Channel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868680"/>
          <a:ext cx="1124712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ROI by Region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86868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0040">
                <a:tc>
                  <a:txBody>
                    <a:bodyPr/>
                    <a:lstStyle/>
                    <a:p>
                      <a:r>
                        <a:rPr b="1" sz="10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roi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2241360.0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504300.0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4.44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2434680.0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558300.0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4.36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/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2628000.0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612300.0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4.29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2821320.0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666300.0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4.23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company's financial overview highlights a robust overall revenue of $10,125,360, consistently trending upwards from $689,840 in January to $883,160 by October. Revenue generation is heavily influenced by the Electronics category at $4,536,000 and Furniture at $2,945,280, with the West region leading geographical contributions with $2,821,320. Marketing efforts incurred a total spend of $2,341,200, predominantly through the Retail channel ($841,200), closely followed by Online initiatives ($769,200). Despite generating the lowest regional revenue at $2,241,360, the North region achieved the highest Return on Investment (ROI) at 4.44, warranting further analysis. Overall, the total revenue of $10,125,360 across all regions remains marginally below the aggregate budget of $10,180,548.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