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South</c:v>
                </c:pt>
                <c:pt idx="1">
                  <c:v>West</c:v>
                </c:pt>
                <c:pt idx="2">
                  <c:v>North</c:v>
                </c:pt>
                <c:pt idx="3">
                  <c:v>East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2434680.0</c:v>
                </c:pt>
                <c:pt idx="1">
                  <c:v>2821320.0</c:v>
                </c:pt>
                <c:pt idx="2">
                  <c:v>2241360.0</c:v>
                </c:pt>
                <c:pt idx="3">
                  <c:v>2628000.0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Sheet1!$A$2:$A$13</c:f>
              <c:strCache>
                <c:ptCount val="12"/>
                <c:pt idx="0">
                  <c:v>2024-01-01</c:v>
                </c:pt>
                <c:pt idx="1">
                  <c:v>2024-02-01</c:v>
                </c:pt>
                <c:pt idx="2">
                  <c:v>2024-03-01</c:v>
                </c:pt>
                <c:pt idx="3">
                  <c:v>2024-04-01</c:v>
                </c:pt>
                <c:pt idx="4">
                  <c:v>2024-05-01</c:v>
                </c:pt>
                <c:pt idx="5">
                  <c:v>2024-06-01</c:v>
                </c:pt>
                <c:pt idx="6">
                  <c:v>2024-07-01</c:v>
                </c:pt>
                <c:pt idx="7">
                  <c:v>2024-08-01</c:v>
                </c:pt>
                <c:pt idx="8">
                  <c:v>2024-09-01</c:v>
                </c:pt>
                <c:pt idx="9">
                  <c:v>2024-10-01</c:v>
                </c:pt>
                <c:pt idx="10">
                  <c:v>2024-11-01</c:v>
                </c:pt>
                <c:pt idx="11">
                  <c:v>2024-12-01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689840.0</c:v>
                </c:pt>
                <c:pt idx="1">
                  <c:v>711320.0</c:v>
                </c:pt>
                <c:pt idx="2">
                  <c:v>732800.0</c:v>
                </c:pt>
                <c:pt idx="3">
                  <c:v>754280.0</c:v>
                </c:pt>
                <c:pt idx="4">
                  <c:v>775760.0</c:v>
                </c:pt>
                <c:pt idx="5">
                  <c:v>797240.0</c:v>
                </c:pt>
                <c:pt idx="6">
                  <c:v>818720.0</c:v>
                </c:pt>
                <c:pt idx="7">
                  <c:v>840200.0</c:v>
                </c:pt>
                <c:pt idx="8">
                  <c:v>861680.0</c:v>
                </c:pt>
                <c:pt idx="9">
                  <c:v>883160.0</c:v>
                </c:pt>
                <c:pt idx="10">
                  <c:v>1119440.0</c:v>
                </c:pt>
                <c:pt idx="11">
                  <c:v>1140920.0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Software</c:v>
                </c:pt>
                <c:pt idx="1">
                  <c:v>Furniture</c:v>
                </c:pt>
                <c:pt idx="2">
                  <c:v>Electronics</c:v>
                </c:pt>
                <c:pt idx="3">
                  <c:v>Office Supplies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2229120.0</c:v>
                </c:pt>
                <c:pt idx="1">
                  <c:v>2945280.0</c:v>
                </c:pt>
                <c:pt idx="2">
                  <c:v>4536000.0</c:v>
                </c:pt>
                <c:pt idx="3">
                  <c:v>414960.0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Finance Review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Finance Dashboard 1780198144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The Finance Dashboard reports total revenue of $10,125,360, driven by a consistent positive monthly trend, growing from $689,840 in January 2024 to $883,160 by October 2024. Regionally, the West leads with $2,821,320 in revenue and 12,888 units, with the North region showing the lowest performance at $2,241,360 and 10,296 units. Product category analysis reveals Electronics as the dominant contributor, generating $4,536,000, significantly more than Furniture ($2,945,280) and Software ($2,229,120). Office Supplies recorded the lowest revenue at $414,960, indicating a clear disparity across product lines. Regarding budget adherence, the North region narrowly surpassed its budget by $702 ($2,241,360 actual versus $2,240,658 budget), whereas all other regions operated slightly under their allocated budgets.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Revenue by Region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868680"/>
          <a:ext cx="1124712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Budget by Region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868680"/>
          <a:ext cx="1124712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23560"/>
                <a:gridCol w="5623560"/>
              </a:tblGrid>
              <a:tr h="320040">
                <a:tc>
                  <a:txBody>
                    <a:bodyPr/>
                    <a:lstStyle/>
                    <a:p>
                      <a:r>
                        <a:rPr b="1" sz="1000"/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000"/>
                        <a:t>budget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/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2443644.0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/>
                        <a:t>West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2849616.0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/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2240658.0</a:t>
                      </a:r>
                    </a:p>
                  </a:txBody>
                  <a:tcPr/>
                </a:tc>
              </a:tr>
              <a:tr h="320040">
                <a:tc>
                  <a:txBody>
                    <a:bodyPr/>
                    <a:lstStyle/>
                    <a:p>
                      <a:r>
                        <a:rPr sz="900"/>
                        <a:t>East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900"/>
                        <a:t>2646630.0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Monthly Revenue Trend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868680"/>
          <a:ext cx="1124712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24712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/>
              <a:t>Revenue by Category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457200" y="868680"/>
          <a:ext cx="11247120" cy="5394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